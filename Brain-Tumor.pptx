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8" r:id="rId11"/>
    <p:sldId id="270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4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0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8431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114800" y="27432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2344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 Detection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" y="196596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MRI Images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2286000" y="2697480"/>
            <a:ext cx="45720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 |  CNN  |  VGG16  |  Transfer Learning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371600" y="3337560"/>
            <a:ext cx="6400800" cy="9144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463040" y="340156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Harmanpreet Singh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Roll No: 12201037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463040" y="373075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Institute: </a:t>
            </a: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NIELIT (National Institute of Electronics &amp; Information Technology), Ropar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0" y="45720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Industrial Training — Midterm Evaluation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371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960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transforming modern healthcare: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325880"/>
            <a:ext cx="5303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enables faster, data-driven medical decisions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can match expert-level diagnostic accuracy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tumors are among the most life-threatening neurological conditions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significantly improves patient survival outcomes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provides high-resolution, non-invasive brain imaging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MRI analysis is time-consuming and prone to human error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26480" y="914400"/>
            <a:ext cx="2743200" cy="3931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280160"/>
            <a:ext cx="1645920" cy="1645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0" y="301752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Medicine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Better Outcomes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3716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914400"/>
            <a:ext cx="7315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960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Manual Diagnosis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017520" y="96012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Radiologists manually inspect hundreds of MRI slices per case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719072"/>
            <a:ext cx="82296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719072"/>
            <a:ext cx="7315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1764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Time-Consuming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017520" y="176479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takes hours, delaying critical treatment decisions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523744"/>
            <a:ext cx="82296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523744"/>
            <a:ext cx="7315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2569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Human Error Risk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017520" y="256946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and subjectivity affect diagnostic consistency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328416"/>
            <a:ext cx="82296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3328416"/>
            <a:ext cx="7315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33741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Limited Specialists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017520" y="337413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 of trained neuro-radiologists in rural/remote areas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4133088"/>
            <a:ext cx="82296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4133088"/>
            <a:ext cx="7315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4178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Scalability Gap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017520" y="417880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cannot handle large patient volumes efficiently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64008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5819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CNN Model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1874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train a VGG16-based deep learning model for tumor classification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9601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960120"/>
            <a:ext cx="64008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1430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15819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4-Class Classification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892040" y="1874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MRI scans: No Tumor, Pituitary, Glioma, Meningioma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65760" y="22860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2286000"/>
            <a:ext cx="64008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46888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2920" y="29077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Accuracy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02920" y="3200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94%+ classification accuracy using transfer learning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54880" y="22860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286000"/>
            <a:ext cx="64008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46888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892040" y="29077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Preprocessing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892040" y="3200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augmentation and normalization for model generalization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65760" y="361188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5760" y="3611880"/>
            <a:ext cx="64008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79476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2920" y="42336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Relevance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502920" y="4526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tool that assists radiologists in real-world diagnosis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754880" y="361188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754880" y="3611880"/>
            <a:ext cx="64008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794760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892040" y="42336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Deployment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4892040" y="4526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web-based frontend for easy clinical access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3716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14400"/>
            <a:ext cx="1828800" cy="11887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960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4,000+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5361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MRI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60320" y="914400"/>
            <a:ext cx="1828800" cy="11887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560320" y="960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2560320" y="15361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914400"/>
            <a:ext cx="1828800" cy="11887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63440" y="960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663440" y="15361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66560" y="914400"/>
            <a:ext cx="1828800" cy="11887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766560" y="960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766560" y="15361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Classes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274320" y="2788920"/>
            <a:ext cx="2011680" cy="2011680"/>
          </a:xfrm>
          <a:prstGeom prst="rect">
            <a:avLst/>
          </a:prstGeom>
          <a:solidFill>
            <a:srgbClr val="1B2A3B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74320" y="2788920"/>
            <a:ext cx="201168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2807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Tumor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65760" y="32004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brain MRI — absence of abnormal growth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423160" y="2788920"/>
            <a:ext cx="2011680" cy="2011680"/>
          </a:xfrm>
          <a:prstGeom prst="rect">
            <a:avLst/>
          </a:prstGeom>
          <a:solidFill>
            <a:srgbClr val="1B2A3B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423160" y="2788920"/>
            <a:ext cx="20116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423160" y="2807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Pituitary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514600" y="32004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at the pituitary gland base of brain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0" y="2788920"/>
            <a:ext cx="2011680" cy="2011680"/>
          </a:xfrm>
          <a:prstGeom prst="rect">
            <a:avLst/>
          </a:prstGeom>
          <a:solidFill>
            <a:srgbClr val="1B2A3B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72000" y="2788920"/>
            <a:ext cx="20116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0" y="2807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Glioma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663440" y="32004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Malignant tumor from glial cells in brain tissue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720840" y="2788920"/>
            <a:ext cx="2011680" cy="2011680"/>
          </a:xfrm>
          <a:prstGeom prst="rect">
            <a:avLst/>
          </a:prstGeom>
          <a:solidFill>
            <a:srgbClr val="1B2A3B"/>
          </a:solidFill>
          <a:ln w="254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720840" y="2788920"/>
            <a:ext cx="201168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720840" y="2807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Meningioma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812280" y="32004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benign tumor from the meninges layer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64008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5819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1874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for all ML/DL development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9601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960120"/>
            <a:ext cx="64008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1430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15819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892040" y="1874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deep learning framework for model building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65760" y="22860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2286000"/>
            <a:ext cx="64008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46888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2920" y="29077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02920" y="3200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loading, resizing, and preprocessing pipeline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54880" y="22860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286000"/>
            <a:ext cx="64008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46888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892040" y="29077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(Keras)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892040" y="3200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CNN used via transfer learning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65760" y="361188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5760" y="3611880"/>
            <a:ext cx="64008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79476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2920" y="42336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502920" y="4526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GPU-powered cloud environment for model training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754880" y="361188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754880" y="3611880"/>
            <a:ext cx="64008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794760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892040" y="42336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Matplotlib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4892040" y="4526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operations and result visualization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515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00584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Resizing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527048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MRI images resized to 128×128 pixels to match VGG16 input requirements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960120"/>
            <a:ext cx="41148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960120"/>
            <a:ext cx="4114800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0515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00584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92040" y="1527048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values scaled to [0, 1] range — improves training stability and convergence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5760" y="2880360"/>
            <a:ext cx="41148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2880360"/>
            <a:ext cx="4114800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9718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292608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02920" y="3447288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flips, rotations, zoom, and shear applied to expand training diversity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54880" y="2880360"/>
            <a:ext cx="41148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880360"/>
            <a:ext cx="4114800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9718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49240" y="292608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Removal (OpenCV)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892040" y="3447288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 and median filtering used to suppress MRI scan artifacts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Output — 4-Class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100584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Tumor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brain MRI — no abnormal tissue growth detected. Patient is healthy or scan is clear.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41148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058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15000" y="100584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Pituitary Tumor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50876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Abnormality near the pituitary gland. Often benign but requires clinical monitoring.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11480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26080"/>
            <a:ext cx="41148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718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25880" y="29718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Glioma Tumor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47472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tumor from glial cells. High-grade gliomas are life-threatening and need urgent care.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11480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26080"/>
            <a:ext cx="411480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9718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15000" y="29718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Meningioma Tumor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47472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from the meninges layer. Usually slow-growing but can cause pressure symptoms.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Model Performance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828800" cy="1371600"/>
          </a:xfrm>
          <a:prstGeom prst="rect">
            <a:avLst/>
          </a:prstGeom>
          <a:solidFill>
            <a:srgbClr val="1B2A3B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914400"/>
            <a:ext cx="1828800" cy="1371600"/>
          </a:xfrm>
          <a:prstGeom prst="rect">
            <a:avLst/>
          </a:prstGeom>
          <a:solidFill>
            <a:srgbClr val="1B2A3B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960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94.1%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560320" y="16642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1828800" cy="1371600"/>
          </a:xfrm>
          <a:prstGeom prst="rect">
            <a:avLst/>
          </a:prstGeom>
          <a:solidFill>
            <a:srgbClr val="1B2A3B"/>
          </a:solidFill>
          <a:ln w="254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960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63440" y="16642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914400"/>
            <a:ext cx="1828800" cy="1371600"/>
          </a:xfrm>
          <a:prstGeom prst="rect">
            <a:avLst/>
          </a:prstGeom>
          <a:solidFill>
            <a:srgbClr val="1B2A3B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960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766560" y="16642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514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Classification Performance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07792"/>
          <a:ext cx="8229600" cy="192024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Tumor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Tumor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Pituitary Tumor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Glioma Tumor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Meningioma Tumor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783080"/>
          </a:xfrm>
          <a:prstGeom prst="rect">
            <a:avLst/>
          </a:prstGeom>
          <a:solidFill>
            <a:srgbClr val="1B2A3B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64008" cy="1783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0789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Diagnostics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166420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can integrate the model as a decision-support tool to flag abnormal MRI scans automatically for review.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914400"/>
            <a:ext cx="4114800" cy="1783080"/>
          </a:xfrm>
          <a:prstGeom prst="rect">
            <a:avLst/>
          </a:prstGeom>
          <a:solidFill>
            <a:srgbClr val="1B2A3B"/>
          </a:solidFill>
          <a:ln w="254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914400"/>
            <a:ext cx="64008" cy="1783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09728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0789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 Assistance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37760" y="166420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Pre-screens MRI batches to reduce radiologist workload — allowing experts to focus on complex borderline cases.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5760" y="2880360"/>
            <a:ext cx="4114800" cy="1783080"/>
          </a:xfrm>
          <a:prstGeom prst="rect">
            <a:avLst/>
          </a:prstGeom>
          <a:solidFill>
            <a:srgbClr val="1B2A3B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2880360"/>
            <a:ext cx="64008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06324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43000" y="3044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48640" y="363016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subtle tumor patterns missed in early stages, enabling timely intervention and improving survival rates.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54880" y="2880360"/>
            <a:ext cx="4114800" cy="1783080"/>
          </a:xfrm>
          <a:prstGeom prst="rect">
            <a:avLst/>
          </a:prstGeom>
          <a:solidFill>
            <a:srgbClr val="1B2A3B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880360"/>
            <a:ext cx="64008" cy="1783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06324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3044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937760" y="363016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clinics can upload MRI images to a cloud-hosted system and receive AI-powered diagnostic support instantly.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0"/>
            <a:ext cx="548640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023360" y="36576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5087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7" name="Shape 4"/>
          <p:cNvSpPr/>
          <p:nvPr/>
        </p:nvSpPr>
        <p:spPr>
          <a:xfrm>
            <a:off x="2743200" y="2377440"/>
            <a:ext cx="3657600" cy="19431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514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14400" y="32004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 Detection using MRI Images  |  Deep Learning with VGG16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0" y="44074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Harmanpreet Singh  |  12201037  |  Midterm Evaluation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670</Words>
  <Application>Microsoft Office PowerPoint</Application>
  <PresentationFormat>On-screen Show (16:9)</PresentationFormat>
  <Paragraphs>154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 Tumor Detection using MRI Images</dc:title>
  <dc:subject>PptxGenJS Presentation</dc:subject>
  <dc:creator>Harmanpreet Singh(12201037)</dc:creator>
  <cp:lastModifiedBy>Harmanpreet Singh</cp:lastModifiedBy>
  <cp:revision>6</cp:revision>
  <dcterms:created xsi:type="dcterms:W3CDTF">2026-03-27T10:46:41Z</dcterms:created>
  <dcterms:modified xsi:type="dcterms:W3CDTF">2026-04-09T06:34:40Z</dcterms:modified>
</cp:coreProperties>
</file>